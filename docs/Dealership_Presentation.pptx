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Dealership Performance &amp; Service Profitability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Semantic model demo — autogenerated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Dealership Performance &amp; Service Profitability (Power BI Semantic Model)</a:t>
            </a:r>
          </a:p>
          <a:p>
            <a:pPr/>
            <a:r>
              <a:t>One-line pitch: "A reusable semantic model to measure vehicle sales, ASP, and service profitability across dealerships and segments."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Dealers and operations lack a single source of truth that ties sales and service profitability to dealer performance and vehicle segments.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semantic layer with sales and service facts, standardized dimensions, and business-ready DAX measures.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Sales, Total Units, ASP, Gross Margin %, Revenue YTD, Revenue LY, Dealer Revenue Contribution 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Power BI visuals (bar chart by region, ASP trend, dealer contribution pie, service profitability heatmap).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sample CSVs with production extracts.</a:t>
            </a:r>
          </a:p>
          <a:p>
            <a:pPr/>
            <a:r>
              <a:t>Tune model (partitions, aggregates) and publish to Premium or PDW as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